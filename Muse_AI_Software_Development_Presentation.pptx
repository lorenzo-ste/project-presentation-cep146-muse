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92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69680" y="822960"/>
            <a:ext cx="2286000" cy="228600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98280" y="105156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C92C3"/>
                </a:solidFill>
              </a:defRPr>
            </a:pPr>
            <a:r>
              <a:t>&lt;/&gt;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627631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21F35"/>
                </a:solidFill>
              </a:defRPr>
            </a:pPr>
            <a: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2203704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C92C3"/>
                </a:solidFill>
              </a:defRPr>
            </a:pPr>
            <a:r>
              <a:t>{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7223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Muse AI</a:t>
            </a:r>
          </a:p>
          <a:p>
            <a:pPr>
              <a:defRPr sz="2800">
                <a:solidFill>
                  <a:srgbClr val="EBF6FC"/>
                </a:solidFill>
                <a:latin typeface="Aptos Display"/>
              </a:defRPr>
            </a:pPr>
            <a:r>
              <a:t>The Future of Software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BF6FC"/>
                </a:solidFill>
                <a:latin typeface="Aptos"/>
              </a:defRPr>
            </a:pPr>
            <a:r>
              <a:t>How artificial intelligence is changing the way developers build, test, and improve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5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5"/>
                </a:solidFill>
                <a:latin typeface="Aptos Display"/>
              </a:defRPr>
            </a:pPr>
            <a:r>
              <a:t>Why AI Matters in Software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07008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875"/>
                </a:solidFill>
                <a:latin typeface="Aptos"/>
              </a:defRPr>
            </a:pPr>
            <a:r>
              <a:t>AI tools are becoming part of the modern developer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649224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t>• AI can assist with writing and completing code.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t>• It can help explain unfamiliar code and suggest solutions to programming problems.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t>• Developers can use AI to help find bugs, create tests, and handle repetitive tasks.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t>• The goal is usually to assist developers—not remove the need for human programming knowledge.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1645920"/>
            <a:ext cx="3337560" cy="356616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6596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92C3"/>
                </a:solidFill>
              </a:defRPr>
            </a:pPr>
            <a: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196596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21F35"/>
                </a:solidFill>
              </a:defRPr>
            </a:pPr>
            <a:r>
              <a:t>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92608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92C3"/>
                </a:solidFill>
              </a:defRPr>
            </a:pPr>
            <a:r>
              <a:t>BUG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292608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21F35"/>
                </a:solidFill>
              </a:defRPr>
            </a:pPr>
            <a:r>
              <a:t>Debug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88620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92C3"/>
                </a:solidFill>
              </a:defRPr>
            </a:pPr>
            <a:r>
              <a:t>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388620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21F35"/>
                </a:solidFill>
              </a:defRPr>
            </a:pPr>
            <a:r>
              <a:t>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5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5"/>
                </a:solidFill>
                <a:latin typeface="Aptos Display"/>
              </a:defRPr>
            </a:pPr>
            <a:r>
              <a:t>What the Research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475488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4114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4C92C3"/>
                </a:solidFill>
              </a:defRPr>
            </a:pPr>
            <a:r>
              <a:t>55.8%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880360"/>
            <a:ext cx="3931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232A34"/>
                </a:solidFill>
              </a:defRPr>
            </a:pPr>
            <a:r>
              <a:t>faster task completion in a controlled GitHub Copilot 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691640"/>
            <a:ext cx="5120640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• Microsoft Research found a major productivity improvement for one programming task.</a:t>
            </a:r>
          </a:p>
          <a:p>
            <a:pPr>
              <a:spcAft>
                <a:spcPts val="14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• The result suggests AI assistants can save time on certain development tasks.</a:t>
            </a:r>
          </a:p>
          <a:p>
            <a:pPr>
              <a:spcAft>
                <a:spcPts val="14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• Productivity gains do not mean AI output should be accepted without checking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66928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875"/>
                </a:solidFill>
              </a:defRPr>
            </a:pPr>
            <a:r>
              <a:t>Source: Microsoft Research — The Impact of AI on Developer Productivity: Evidence from GitHub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5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5"/>
                </a:solidFill>
                <a:latin typeface="Aptos Display"/>
              </a:defRPr>
            </a:pPr>
            <a:r>
              <a:t>Benefits and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5166360" cy="434340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508760"/>
            <a:ext cx="5166360" cy="4343400"/>
          </a:xfrm>
          <a:prstGeom prst="roundRect">
            <a:avLst/>
          </a:prstGeom>
          <a:solidFill>
            <a:srgbClr val="EB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8308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1F35"/>
                </a:solidFill>
              </a:defRPr>
            </a:pPr>
            <a:r>
              <a:t>Potential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448056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• Faster development</a:t>
            </a:r>
          </a:p>
          <a:p>
            <a:pPr>
              <a:spcAft>
                <a:spcPts val="14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• Less repetitive coding</a:t>
            </a:r>
          </a:p>
          <a:p>
            <a:pPr>
              <a:spcAft>
                <a:spcPts val="14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• Help with debugging and testing</a:t>
            </a:r>
          </a:p>
          <a:p>
            <a:pPr>
              <a:spcAft>
                <a:spcPts val="14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• Support when learning unfamiliar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78308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1F35"/>
                </a:solidFill>
              </a:defRPr>
            </a:pPr>
            <a:r>
              <a:t>Possible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31720"/>
            <a:ext cx="448056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• Incorrect or misleading code</a:t>
            </a:r>
          </a:p>
          <a:p>
            <a:pPr>
              <a:spcAft>
                <a:spcPts val="14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• Possible security vulnerabilities</a:t>
            </a:r>
          </a:p>
          <a:p>
            <a:pPr>
              <a:spcAft>
                <a:spcPts val="14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• Over-reliance on AI</a:t>
            </a:r>
          </a:p>
          <a:p>
            <a:pPr>
              <a:spcAft>
                <a:spcPts val="14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• Human review and testing are still necessary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5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The Big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07008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BF6FC"/>
                </a:solidFill>
                <a:latin typeface="Aptos"/>
              </a:defRPr>
            </a:pPr>
            <a:r>
              <a:t>Where does Muse AI fit into the future of software development?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9875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How can developers use AI to work more efficiently while still keeping human judgment, programming knowledge, and security at the center?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4617720"/>
            <a:ext cx="6035040" cy="73152"/>
          </a:xfrm>
          <a:prstGeom prst="rect">
            <a:avLst/>
          </a:prstGeom>
          <a:solidFill>
            <a:srgbClr val="4C92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98348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BF6FC"/>
                </a:solidFill>
              </a:defRPr>
            </a:pPr>
            <a:r>
              <a:t>Next: What Muse AI is, how it works, and how tools like it can affect software development.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5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5"/>
                </a:solidFill>
                <a:latin typeface="Aptos Display"/>
              </a:defRPr>
            </a:pPr>
            <a:r>
              <a:t>Research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33272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• Microsoft Research — The Impact of AI on Developer Productivity: Evidence from GitHub Copilot</a:t>
            </a:r>
          </a:p>
          <a:p>
            <a:pPr>
              <a:spcAft>
                <a:spcPts val="14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• Science — Research on the global diffusion and impact of generative AI in coding</a:t>
            </a:r>
          </a:p>
          <a:p>
            <a:pPr>
              <a:spcAft>
                <a:spcPts val="14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• Georgetown CSET — Cybersecurity Risks of AI-Generated Code</a:t>
            </a:r>
          </a:p>
          <a:p>
            <a:pPr>
              <a:spcAft>
                <a:spcPts val="14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• Office of the Superintendent of Financial Institutions Canada — Generative and Agentic AI: Technology and Cybersecurity 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806440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C6875"/>
                </a:solidFill>
              </a:defRPr>
            </a:pPr>
            <a:r>
              <a:t>Tip: Put the full links/citations in your video description or final reference page.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5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